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TaskSpark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text in. Clear tasks out.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task extractor built with the Claude API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 | 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don't arrive as tasks.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emails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get lost inside long email threads and replies.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33172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 chats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749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get mentioned casually, mid-conversation, and forgotten.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33172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4964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notes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3749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notes capture the thought, but not a usable task list.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isn't storing tasks — it's finding them in the first place.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TaskSpark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Challenge judges &amp; reviewers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live, deployed product for technical execution, product thinking, and genuine AI integration — not just a slide deck of ideas.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2880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5236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Audience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professionals &amp; freelancers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9260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regularly receives instructions or commitments via email, chat, or meeting notes — and currently pulls out action items by hand.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TaskSpark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messy text. Get a clean, dated task list — in seconds.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7F8FC"/>
          </a:solidFill>
          <a:ln w="12700">
            <a:solidFill>
              <a:srgbClr val="E1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can you send the deck by Friday, and don’t forget we need the budget numbers from Raj before the Monday meeting”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3749040"/>
            <a:ext cx="640080" cy="45720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96596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78892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2898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deck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3319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Friday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402336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budget numbers from Raj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Monday (before meeting)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TaskSpark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Paste-Anywhere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box accepts notes, emails, or chat — no formatting required.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Extraction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identifies genuine, actionable tasks — skips small talk and greetings.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relative dates: “tomorrow,” “next Friday,” “asap.”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task list appears in seconds, no page reload.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8056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4846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login, no install — open the link and use 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8388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UI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83880" y="4846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on both desktop and mobile from the first visit.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TaskSpark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lean — every choice optimizes for a reliable, polished v1.0 in 10 days.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UI. No frameworks, no build step — fast to build and style.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81528" y="3566160"/>
            <a:ext cx="201168" cy="32004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3832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proxies requests to Claude, keeping the API key secure.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24728" y="3566160"/>
            <a:ext cx="201168" cy="32004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prompting extracts tasks + due dates as clean JSON.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67928" y="3566160"/>
            <a:ext cx="201168" cy="32004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57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(Free Tier)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33832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directly from GitHub — no servers to manage.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database. No authentication. No saved history — stateless by design for a fast, dependable build.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TaskSpark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deferred from v1.0 — the natural next steps beyond this capstone.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7568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history &amp; session persistence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9659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08192" y="207568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1965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editing, checkoff &amp; reordering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871216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76148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category auto-tagging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2761488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2871216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76148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Todoist, Notion, Google Tasks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66674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55701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screenshot upload with OCR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3557016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366674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355701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one-click capture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TaskSpark  •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22860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commitment you make in passing — in an email, a chat, a hasty note — should turn into a task automatically, not get lost in the noise.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402336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297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TaskSpark v1.0 is the first step: proving that AI can reliably turn messy human text into clear, actionable structure — built, tested, and shipped in 10 days.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•  TaskSpark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2026-08-18T10:08:53Z</dcterms:created>
  <dcterms:modified xsi:type="dcterms:W3CDTF">2026-08-18T10:08:53Z</dcterms:modified>
</cp:coreProperties>
</file>